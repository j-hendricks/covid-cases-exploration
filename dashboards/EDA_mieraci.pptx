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8A3A313-2E8D-42B5-B5D4-8802713EF79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EDA_mieraci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9889362-E112-4295-8B2B-AC5DF9BD6DC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2/16/26 6:17:45 PM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900B9631-9A01-4CCC-A868-A664B0FCE9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2026-02-16T23:17:45Z</dcterms:created>
  <dcterms:modified xsi:type="dcterms:W3CDTF">2026-02-16T23:17:45Z</dcterms:modified>
</cp:coreProperties>
</file>