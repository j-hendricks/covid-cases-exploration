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1">
            <a:extLst>
              <a:ext uri="{FF2B5EF4-FFF2-40B4-BE49-F238E27FC236}">
                <a16:creationId xmlns:a16="http://schemas.microsoft.com/office/drawing/2014/main" id="{29300886-52ED-4719-BBAC-B1A13FB853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Covid Deaths – A Historical Analysis</a:t>
            </a:r>
            <a:endParaRPr dirty="0"/>
          </a:p>
        </p:txBody>
      </p:sp>
      <p:sp>
        <p:nvSpPr>
          <p:cNvPr id="3" name="slide1">
            <a:extLst>
              <a:ext uri="{FF2B5EF4-FFF2-40B4-BE49-F238E27FC236}">
                <a16:creationId xmlns:a16="http://schemas.microsoft.com/office/drawing/2014/main" id="{FD2E874E-5B67-4E7A-A073-204753C7AF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2/16/26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Dashboard - Covid Deaths">
            <a:extLst>
              <a:ext uri="{FF2B5EF4-FFF2-40B4-BE49-F238E27FC236}">
                <a16:creationId xmlns:a16="http://schemas.microsoft.com/office/drawing/2014/main" id="{85198D1F-E46D-4FBC-A1D5-499E4E065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0" y="0"/>
            <a:ext cx="8572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lide3" descr="Deaths Time Series">
            <a:extLst>
              <a:ext uri="{FF2B5EF4-FFF2-40B4-BE49-F238E27FC236}">
                <a16:creationId xmlns:a16="http://schemas.microsoft.com/office/drawing/2014/main" id="{FE8A6777-F4A2-43C8-B5F4-F30E57BC10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77" y="0"/>
            <a:ext cx="107710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4" descr="Deaths vs Staffing">
            <a:extLst>
              <a:ext uri="{FF2B5EF4-FFF2-40B4-BE49-F238E27FC236}">
                <a16:creationId xmlns:a16="http://schemas.microsoft.com/office/drawing/2014/main" id="{D2F63A5B-C1DA-4727-AA43-CD9ABB321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7746" y="0"/>
            <a:ext cx="60765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de5" descr="Deaths vs Mask Adherence">
            <a:extLst>
              <a:ext uri="{FF2B5EF4-FFF2-40B4-BE49-F238E27FC236}">
                <a16:creationId xmlns:a16="http://schemas.microsoft.com/office/drawing/2014/main" id="{D36F1599-777C-47FF-B36C-7AF36A29BF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0172" y="0"/>
            <a:ext cx="6091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Macintosh PowerPoint</Application>
  <PresentationFormat>Widescreen</PresentationFormat>
  <Paragraphs>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Covid Deaths – A Historical Analysis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Hendricks, John William (jwh8zc)</cp:lastModifiedBy>
  <cp:revision>1</cp:revision>
  <dcterms:created xsi:type="dcterms:W3CDTF">2026-02-16T09:35:29Z</dcterms:created>
  <dcterms:modified xsi:type="dcterms:W3CDTF">2026-02-16T09:36:18Z</dcterms:modified>
</cp:coreProperties>
</file>