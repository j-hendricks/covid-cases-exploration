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3C1B6B01-7280-4142-B6AB-DDD61FB127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Covid Deaths – An Historical Analysis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A329C60C-1A95-42C8-B2D2-4B4C7D335A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2/15/26 9:46:52 PM EST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- Covid Deaths">
            <a:extLst>
              <a:ext uri="{FF2B5EF4-FFF2-40B4-BE49-F238E27FC236}">
                <a16:creationId xmlns:a16="http://schemas.microsoft.com/office/drawing/2014/main" id="{B9134A27-505C-42D8-918D-9BB9C8DC1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eaths Time Series">
            <a:extLst>
              <a:ext uri="{FF2B5EF4-FFF2-40B4-BE49-F238E27FC236}">
                <a16:creationId xmlns:a16="http://schemas.microsoft.com/office/drawing/2014/main" id="{D9923FE8-22C3-4FAF-8AC6-13E173D25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eaths vs Staffing">
            <a:extLst>
              <a:ext uri="{FF2B5EF4-FFF2-40B4-BE49-F238E27FC236}">
                <a16:creationId xmlns:a16="http://schemas.microsoft.com/office/drawing/2014/main" id="{84728389-CA53-497F-8F72-E8BA4CB04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848"/>
            <a:ext cx="12192000" cy="60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eaths vs Mask Adherence">
            <a:extLst>
              <a:ext uri="{FF2B5EF4-FFF2-40B4-BE49-F238E27FC236}">
                <a16:creationId xmlns:a16="http://schemas.microsoft.com/office/drawing/2014/main" id="{1E94F4A6-3F19-472A-A837-65FC358AD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848"/>
            <a:ext cx="12192000" cy="60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Covid Deaths – An Historical Analysis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Hendricks, John William (jwh8zc)</cp:lastModifiedBy>
  <cp:revision>2</cp:revision>
  <dcterms:created xsi:type="dcterms:W3CDTF">2026-02-16T02:46:54Z</dcterms:created>
  <dcterms:modified xsi:type="dcterms:W3CDTF">2026-02-16T02:47:56Z</dcterms:modified>
</cp:coreProperties>
</file>