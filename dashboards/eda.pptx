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1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4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1A6E6-075E-4828-AF88-09BD0A7425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800DB-487B-4E23-AC0B-90C9ED4E10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DF5B1-3694-42A9-866E-9F1FF6CF0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18E67-8162-4BE0-9B01-22B89A12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68B9D-A8C9-40C5-85B0-14F435F39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738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4D5D7-9AEB-44F2-8A04-0694BE152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E933F-693D-4770-8DC4-A5A086AC8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7849A-1CE6-4F5C-95D7-EA8DA5EE5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FE1FD0-B95E-4CF6-9A27-0F91F96DA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123BE-5891-49D6-A758-867A98F38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22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85FC7-1BEA-438E-A0A7-88FF55112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D5F5C0-417B-4A28-8AE9-A79AC74A6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BC6257-C490-4059-9E97-16E46673C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4051CD-74EC-43C1-9F21-D33BD297F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95141-29DC-41BA-BE25-E899055F3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532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4FC21-AE04-4050-80E6-D9DCA4B50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85F7E-EF45-48F7-9E54-C6806D0E9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24501F-6ED5-4112-B037-D3E9F8CF2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61E48C-176E-4E60-8CB3-542516996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52202B-C929-4B39-AF47-D17C38F86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EEBF3-930A-4A23-810D-C1880E7A6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384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48E08-A828-430D-B8A6-7302E570A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FF5402-465C-4E68-BF7E-BFE1177B5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9B917D-5EC9-44FC-B8A7-9ADF4ADC4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DCF5D4-E55C-42FF-A7E5-2466DE35B8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579A7F-77F4-4169-8D51-2123441998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35923-3BB5-4F33-8E76-56665E95B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2/16/26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43FC79-7089-4373-88DC-12501E782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E0BEB1-B009-47B7-B159-DE05E615E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2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5FFCC-78CC-4E9D-A277-8230F2733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CEFE7-D923-48C1-B2FE-8110829C6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2/16/26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8F91C9-7841-4F7B-8F24-B5FF45B5B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896739-CF17-4867-A5ED-317AD19F5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14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8942B-5ECF-4556-91C2-496E4C52E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2/16/26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1589EF-E9AD-45F7-BFBE-6F8AD3570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8E0FA-5424-403C-8462-1B7C301C6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240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7A56-C315-441C-9002-DFD599AED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57D9A-8037-4B31-951B-4675ADA69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3141B-5121-4179-B3F6-5295691222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60C32E-3427-4696-A55A-56886EA24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FE526-7D20-4EC0-9624-E77981295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AA82D7-E462-4060-85D6-85CF55540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305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E919B-BF68-4590-8CA9-A51BAC0F7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4BC1AA-5C68-47DC-BBF0-1E309865E5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81A636-7F9C-43EC-B2F2-6FB3323CB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9410E-A050-4AA2-BC89-EF52EB1C3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23AB0-18A5-4589-926D-C00F68CFE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4EE52-EECA-4C6E-83E9-6382044D3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688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536FE-B6CA-4D45-A719-6B51F3FF6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9388C-63B0-4DA8-97D0-BEEDCF401C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9BDB0-2A2B-43AC-965A-A9E7E7F74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DA7C3-2A5B-4BED-A540-9136486CC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888E8-31D6-4E51-9228-0D6066FED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160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D010CA-6776-433E-8E25-97899E0828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391E6E-3CF5-4535-B37E-E30058EA2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ADEE3-AAA7-4846-8EC6-84B1537C1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DABD6-6E60-4895-89B1-3604A484D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4D314-6D1C-4A42-A445-B77646B2B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526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3F6010-77C4-45FE-968C-712199A5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1B2C-5D5F-46D9-92F5-ECDF2816A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34894-C6F5-46F1-BAA2-AFEA88E681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D1C14C-A143-42F5-B247-D0E800131009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B1C84-4663-4022-BBEA-7667FEBCF3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820DA-1F3A-421F-A770-A6347089E3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852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1">
            <a:extLst>
              <a:ext uri="{FF2B5EF4-FFF2-40B4-BE49-F238E27FC236}">
                <a16:creationId xmlns:a16="http://schemas.microsoft.com/office/drawing/2014/main" id="{71202560-D1E9-4592-882C-D5C30A6521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Covid Deaths – A Historical Analysis</a:t>
            </a:r>
            <a:endParaRPr dirty="0"/>
          </a:p>
        </p:txBody>
      </p:sp>
      <p:sp>
        <p:nvSpPr>
          <p:cNvPr id="3" name="slide1">
            <a:extLst>
              <a:ext uri="{FF2B5EF4-FFF2-40B4-BE49-F238E27FC236}">
                <a16:creationId xmlns:a16="http://schemas.microsoft.com/office/drawing/2014/main" id="{204E12D1-1A9C-4E81-A245-EE3E3F9E9D6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2/16/2</a:t>
            </a:r>
            <a:r>
              <a:rPr lang="en-US" dirty="0"/>
              <a:t>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2" descr="Dashboard - Covid Deaths">
            <a:extLst>
              <a:ext uri="{FF2B5EF4-FFF2-40B4-BE49-F238E27FC236}">
                <a16:creationId xmlns:a16="http://schemas.microsoft.com/office/drawing/2014/main" id="{F9FD0CA2-6F48-4D99-ACFE-41C80A9FCA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0" y="0"/>
            <a:ext cx="8572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lide3" descr="Deaths Time Series">
            <a:extLst>
              <a:ext uri="{FF2B5EF4-FFF2-40B4-BE49-F238E27FC236}">
                <a16:creationId xmlns:a16="http://schemas.microsoft.com/office/drawing/2014/main" id="{BCCF5278-64D6-460C-9897-3058ABDBF0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063" y="0"/>
            <a:ext cx="1061987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de4" descr="Deaths vs Staffing">
            <a:extLst>
              <a:ext uri="{FF2B5EF4-FFF2-40B4-BE49-F238E27FC236}">
                <a16:creationId xmlns:a16="http://schemas.microsoft.com/office/drawing/2014/main" id="{C5629C1A-AAFE-4575-A700-959C75C390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958" y="0"/>
            <a:ext cx="107000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de5" descr="Deaths vs Mask Adherence">
            <a:extLst>
              <a:ext uri="{FF2B5EF4-FFF2-40B4-BE49-F238E27FC236}">
                <a16:creationId xmlns:a16="http://schemas.microsoft.com/office/drawing/2014/main" id="{E4120F5A-C68C-4318-BD5A-B6C00C6904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958" y="0"/>
            <a:ext cx="107000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</Words>
  <Application>Microsoft Macintosh PowerPoint</Application>
  <PresentationFormat>Widescreen</PresentationFormat>
  <Paragraphs>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Covid Deaths – A Historical Analysis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Hendricks, John William (jwh8zc)</cp:lastModifiedBy>
  <cp:revision>1</cp:revision>
  <dcterms:created xsi:type="dcterms:W3CDTF">2026-02-16T08:46:32Z</dcterms:created>
  <dcterms:modified xsi:type="dcterms:W3CDTF">2026-02-16T08:47:54Z</dcterms:modified>
</cp:coreProperties>
</file>